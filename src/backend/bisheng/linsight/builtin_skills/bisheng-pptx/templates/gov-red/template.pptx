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8B1A2B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B2B2B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6DDD0"/>
            </a:solidFill>
          </a:ln>
        </c:spPr>
        <c:txPr>
          <a:bodyPr/>
          <a:lstStyle/>
          <a:p>
            <a:pPr>
              <a:defRPr sz="10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DDD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B6B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6B6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honor-wall（荣誉成果）：荣誉、奖项或标志性成果的陈列。页面上的文字均为示例，使用时整体替换。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7620000" y="508000"/>
            <a:ext cx="5842000" cy="5842000"/>
          </a:xfrm>
          <a:prstGeom prst="ellipse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ring2"/>
          <p:cNvSpPr/>
          <p:nvPr/>
        </p:nvSpPr>
        <p:spPr>
          <a:xfrm>
            <a:off x="8763000" y="1651000"/>
            <a:ext cx="3556000" cy="3556000"/>
          </a:xfrm>
          <a:prstGeom prst="ellipse">
            <a:avLst/>
          </a:prstGeom>
          <a:noFill/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914400" y="14986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9A84C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2057400"/>
            <a:ext cx="6604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Arial"/>
                <a:ea typeface="黑体"/>
              </a:rPr>
              <a:t>示例：主标题写一句核心判断或文稿名称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3886200"/>
            <a:ext cx="6604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0D9B5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7" name="deco.band"/>
          <p:cNvSpPr/>
          <p:nvPr/>
        </p:nvSpPr>
        <p:spPr>
          <a:xfrm>
            <a:off x="0" y="5791200"/>
            <a:ext cx="12192000" cy="1066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rg"/>
          <p:cNvSpPr txBox="1"/>
          <p:nvPr/>
        </p:nvSpPr>
        <p:spPr>
          <a:xfrm>
            <a:off x="914400" y="61468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8B1A2B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9" name="date"/>
          <p:cNvSpPr txBox="1"/>
          <p:nvPr/>
        </p:nvSpPr>
        <p:spPr>
          <a:xfrm>
            <a:off x="8890000" y="6146800"/>
            <a:ext cx="2387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400" b="0">
                <a:solidFill>
                  <a:srgbClr val="8B1A2B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8232F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8B1A2B"/>
                </a:solidFill>
                <a:latin typeface="Arial"/>
                <a:ea typeface="黑体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B2B2B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B97791B-7EAA-4342-9113-058E0945C9C6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7620000" y="508000"/>
            <a:ext cx="5842000" cy="5842000"/>
          </a:xfrm>
          <a:prstGeom prst="ellipse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ring2"/>
          <p:cNvSpPr/>
          <p:nvPr/>
        </p:nvSpPr>
        <p:spPr>
          <a:xfrm>
            <a:off x="8763000" y="1651000"/>
            <a:ext cx="3556000" cy="3556000"/>
          </a:xfrm>
          <a:prstGeom prst="ellipse">
            <a:avLst/>
          </a:prstGeom>
          <a:noFill/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C9A84C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黑体"/>
              </a:rPr>
              <a:t>示例：章节标题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F0D9B5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0D9B5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8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8BA52B8-0497-461C-A68F-835C01741B91}" type="slidenum">
              <a:rPr lang="zh-CN" sz="1000">
                <a:solidFill>
                  <a:srgbClr val="F0D9B5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4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BA6150E-CA0D-40E3-B133-39B4A6D25088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5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B2B2B"/>
                </a:solidFill>
                <a:latin typeface="Arial"/>
                <a:ea typeface="黑体"/>
              </a:rPr>
              <a:t>示例：用一句完整的话写出本页结论，让听众不看其他内容也能带走它</a:t>
            </a:r>
          </a:p>
        </p:txBody>
      </p:sp>
      <p:sp>
        <p:nvSpPr>
          <p:cNvPr id="7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B6B6B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F24F93F-98D5-4315-A71C-DABB77583B8C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A8232F"/>
              </a:buClr>
              <a:buFont typeface="Arial"/>
              <a:buChar char="•"/>
            </a:pPr>
            <a:r>
              <a:rPr sz="1500" b="0">
                <a:solidFill>
                  <a:srgbClr val="2B2B2B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A8232F"/>
              </a:buClr>
              <a:buFont typeface="Arial"/>
              <a:buChar char="•"/>
            </a:pPr>
            <a:r>
              <a:rPr sz="1500" b="0">
                <a:solidFill>
                  <a:srgbClr val="2B2B2B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A8232F"/>
              </a:buClr>
              <a:buFont typeface="Arial"/>
              <a:buChar char="•"/>
            </a:pPr>
            <a:r>
              <a:rPr sz="1500" b="0">
                <a:solidFill>
                  <a:srgbClr val="2B2B2B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EF4635C-C92B-40A4-A8FC-EA31AAD576D5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161587C-2C09-4515-9460-A2F8F9F0B8D4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A8232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6B6B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089B26F-00C1-466E-8C8E-3545042AD0F1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8B1A2B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34258E2-2E96-4233-AE7E-5D673B6851B6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B2B2B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8EC9EC3-1407-4411-8B45-C9821CDCCF28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A8232F"/>
              </a:buClr>
              <a:buFont typeface="Arial"/>
              <a:buChar char="•"/>
            </a:pPr>
            <a:r>
              <a:rPr sz="1400" b="0">
                <a:solidFill>
                  <a:srgbClr val="2B2B2B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ect">
            <a:avLst/>
          </a:prstGeom>
          <a:solidFill>
            <a:srgbClr val="FFFFFF"/>
          </a:solidFill>
          <a:ln w="15875">
            <a:solidFill>
              <a:srgbClr val="A82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0384FFD-E869-48B4-8304-C8058E0C0B95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B2B2B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C11B6AA-39D1-411E-A02D-D1BAA3073746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E6DD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A8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B1A2B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B2B2B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BBC50DA-01C8-4383-9493-3B1F4322DD88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8B1A2B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6DDD0"/>
                      </a:solidFill>
                    </a:lnB>
                    <a:solidFill>
                      <a:srgbClr val="F8F3EC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711200"/>
            <a:ext cx="76200" cy="381000"/>
          </a:xfrm>
          <a:prstGeom prst="rect">
            <a:avLst/>
          </a:prstGeom>
          <a:solidFill>
            <a:srgbClr val="8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8128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8232F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812800" y="635000"/>
            <a:ext cx="107696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8B1A2B"/>
                </a:solidFill>
                <a:latin typeface="Arial"/>
                <a:ea typeface="黑体"/>
              </a:rPr>
              <a:t>示例：近三年获得的主要荣誉与成果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7357A81-C7FF-453D-9DEA-F258AF1B82F7}" type="slidenum">
              <a:rPr lang="zh-CN" sz="1000">
                <a:solidFill>
                  <a:srgbClr val="6B6B6B"/>
                </a:solidFill>
                <a:latin typeface="Arial"/>
              </a:rPr>
              <a:t>‹#›</a:t>
            </a:fld>
          </a:p>
        </p:txBody>
      </p:sp>
      <p:sp>
        <p:nvSpPr>
          <p:cNvPr id="7" name="honor1.bg"/>
          <p:cNvSpPr/>
          <p:nvPr/>
        </p:nvSpPr>
        <p:spPr>
          <a:xfrm>
            <a:off x="609600" y="1498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honor1.badge"/>
          <p:cNvSpPr/>
          <p:nvPr/>
        </p:nvSpPr>
        <p:spPr>
          <a:xfrm>
            <a:off x="863600" y="1778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honor1.year"/>
          <p:cNvSpPr txBox="1"/>
          <p:nvPr/>
        </p:nvSpPr>
        <p:spPr>
          <a:xfrm>
            <a:off x="863600" y="1778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10" name="honor1.title"/>
          <p:cNvSpPr txBox="1"/>
          <p:nvPr/>
        </p:nvSpPr>
        <p:spPr>
          <a:xfrm>
            <a:off x="1778000" y="1803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11" name="honor1.org"/>
          <p:cNvSpPr txBox="1"/>
          <p:nvPr/>
        </p:nvSpPr>
        <p:spPr>
          <a:xfrm>
            <a:off x="863600" y="2717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12" name="honor2.bg"/>
          <p:cNvSpPr/>
          <p:nvPr/>
        </p:nvSpPr>
        <p:spPr>
          <a:xfrm>
            <a:off x="4351866" y="1498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honor2.badge"/>
          <p:cNvSpPr/>
          <p:nvPr/>
        </p:nvSpPr>
        <p:spPr>
          <a:xfrm>
            <a:off x="4605866" y="1778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honor2.year"/>
          <p:cNvSpPr txBox="1"/>
          <p:nvPr/>
        </p:nvSpPr>
        <p:spPr>
          <a:xfrm>
            <a:off x="4605866" y="1778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15" name="honor2.title"/>
          <p:cNvSpPr txBox="1"/>
          <p:nvPr/>
        </p:nvSpPr>
        <p:spPr>
          <a:xfrm>
            <a:off x="5520266" y="1803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16" name="honor2.org"/>
          <p:cNvSpPr txBox="1"/>
          <p:nvPr/>
        </p:nvSpPr>
        <p:spPr>
          <a:xfrm>
            <a:off x="4605866" y="2717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17" name="honor3.bg"/>
          <p:cNvSpPr/>
          <p:nvPr/>
        </p:nvSpPr>
        <p:spPr>
          <a:xfrm>
            <a:off x="8094133" y="1498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honor3.badge"/>
          <p:cNvSpPr/>
          <p:nvPr/>
        </p:nvSpPr>
        <p:spPr>
          <a:xfrm>
            <a:off x="8348133" y="1778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honor3.year"/>
          <p:cNvSpPr txBox="1"/>
          <p:nvPr/>
        </p:nvSpPr>
        <p:spPr>
          <a:xfrm>
            <a:off x="8348133" y="1778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0" name="honor3.title"/>
          <p:cNvSpPr txBox="1"/>
          <p:nvPr/>
        </p:nvSpPr>
        <p:spPr>
          <a:xfrm>
            <a:off x="9262533" y="1803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21" name="honor3.org"/>
          <p:cNvSpPr txBox="1"/>
          <p:nvPr/>
        </p:nvSpPr>
        <p:spPr>
          <a:xfrm>
            <a:off x="8348133" y="2717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22" name="honor4.bg"/>
          <p:cNvSpPr/>
          <p:nvPr/>
        </p:nvSpPr>
        <p:spPr>
          <a:xfrm>
            <a:off x="609600" y="3784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honor4.badge"/>
          <p:cNvSpPr/>
          <p:nvPr/>
        </p:nvSpPr>
        <p:spPr>
          <a:xfrm>
            <a:off x="863600" y="4064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honor4.year"/>
          <p:cNvSpPr txBox="1"/>
          <p:nvPr/>
        </p:nvSpPr>
        <p:spPr>
          <a:xfrm>
            <a:off x="863600" y="4064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5" name="honor4.title"/>
          <p:cNvSpPr txBox="1"/>
          <p:nvPr/>
        </p:nvSpPr>
        <p:spPr>
          <a:xfrm>
            <a:off x="1778000" y="4089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26" name="honor4.org"/>
          <p:cNvSpPr txBox="1"/>
          <p:nvPr/>
        </p:nvSpPr>
        <p:spPr>
          <a:xfrm>
            <a:off x="863600" y="5003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27" name="honor5.bg"/>
          <p:cNvSpPr/>
          <p:nvPr/>
        </p:nvSpPr>
        <p:spPr>
          <a:xfrm>
            <a:off x="4351866" y="3784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honor5.badge"/>
          <p:cNvSpPr/>
          <p:nvPr/>
        </p:nvSpPr>
        <p:spPr>
          <a:xfrm>
            <a:off x="4605866" y="4064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honor5.year"/>
          <p:cNvSpPr txBox="1"/>
          <p:nvPr/>
        </p:nvSpPr>
        <p:spPr>
          <a:xfrm>
            <a:off x="4605866" y="4064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30" name="honor5.title"/>
          <p:cNvSpPr txBox="1"/>
          <p:nvPr/>
        </p:nvSpPr>
        <p:spPr>
          <a:xfrm>
            <a:off x="5520266" y="4089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31" name="honor5.org"/>
          <p:cNvSpPr txBox="1"/>
          <p:nvPr/>
        </p:nvSpPr>
        <p:spPr>
          <a:xfrm>
            <a:off x="4605866" y="5003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  <p:sp>
        <p:nvSpPr>
          <p:cNvPr id="32" name="honor6.bg"/>
          <p:cNvSpPr/>
          <p:nvPr/>
        </p:nvSpPr>
        <p:spPr>
          <a:xfrm>
            <a:off x="8094133" y="3784600"/>
            <a:ext cx="3488266" cy="2032000"/>
          </a:xfrm>
          <a:prstGeom prst="rect">
            <a:avLst/>
          </a:prstGeom>
          <a:solidFill>
            <a:srgbClr val="F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honor6.badge"/>
          <p:cNvSpPr/>
          <p:nvPr/>
        </p:nvSpPr>
        <p:spPr>
          <a:xfrm>
            <a:off x="8348133" y="4064000"/>
            <a:ext cx="711200" cy="7112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honor6.year"/>
          <p:cNvSpPr txBox="1"/>
          <p:nvPr/>
        </p:nvSpPr>
        <p:spPr>
          <a:xfrm>
            <a:off x="8348133" y="4064000"/>
            <a:ext cx="7112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1A2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35" name="honor6.title"/>
          <p:cNvSpPr txBox="1"/>
          <p:nvPr/>
        </p:nvSpPr>
        <p:spPr>
          <a:xfrm>
            <a:off x="9262533" y="4089400"/>
            <a:ext cx="206586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B2B"/>
                </a:solidFill>
                <a:latin typeface="Arial"/>
                <a:ea typeface="微软雅黑"/>
              </a:rPr>
              <a:t>示例：荣誉或成果名称</a:t>
            </a:r>
          </a:p>
        </p:txBody>
      </p:sp>
      <p:sp>
        <p:nvSpPr>
          <p:cNvPr id="36" name="honor6.org"/>
          <p:cNvSpPr txBox="1"/>
          <p:nvPr/>
        </p:nvSpPr>
        <p:spPr>
          <a:xfrm>
            <a:off x="8348133" y="5003800"/>
            <a:ext cx="2980266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示例：颁发单位或成果说明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ring1"/>
          <p:cNvSpPr/>
          <p:nvPr/>
        </p:nvSpPr>
        <p:spPr>
          <a:xfrm>
            <a:off x="7620000" y="508000"/>
            <a:ext cx="5842000" cy="5842000"/>
          </a:xfrm>
          <a:prstGeom prst="ellipse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ring2"/>
          <p:cNvSpPr/>
          <p:nvPr/>
        </p:nvSpPr>
        <p:spPr>
          <a:xfrm>
            <a:off x="8763000" y="1651000"/>
            <a:ext cx="3556000" cy="3556000"/>
          </a:xfrm>
          <a:prstGeom prst="ellipse">
            <a:avLst/>
          </a:prstGeom>
          <a:noFill/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黑体"/>
              </a:rPr>
              <a:t>感谢聆听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0D9B5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6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0D9B5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v-red">
  <a:themeElements>
    <a:clrScheme name="gov-red">
      <a:dk1>
        <a:srgbClr val="2B2B2B"/>
      </a:dk1>
      <a:lt1>
        <a:srgbClr val="FFFFFF"/>
      </a:lt1>
      <a:dk2>
        <a:srgbClr val="8B1A2B"/>
      </a:dk2>
      <a:lt2>
        <a:srgbClr val="F8F3EC"/>
      </a:lt2>
      <a:accent1>
        <a:srgbClr val="8B1A2B"/>
      </a:accent1>
      <a:accent2>
        <a:srgbClr val="A8232F"/>
      </a:accent2>
      <a:accent3>
        <a:srgbClr val="C9A84C"/>
      </a:accent3>
      <a:accent4>
        <a:srgbClr val="6B6B6B"/>
      </a:accent4>
      <a:accent5>
        <a:srgbClr val="F0D9B5"/>
      </a:accent5>
      <a:accent6>
        <a:srgbClr val="E6DDD0"/>
      </a:accent6>
      <a:hlink>
        <a:srgbClr val="C9A84C"/>
      </a:hlink>
      <a:folHlink>
        <a:srgbClr val="6B6B6B"/>
      </a:folHlink>
    </a:clrScheme>
    <a:fontScheme name="gov-red">
      <a:majorFont>
        <a:latin typeface="Arial"/>
        <a:ea typeface="黑体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红韵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