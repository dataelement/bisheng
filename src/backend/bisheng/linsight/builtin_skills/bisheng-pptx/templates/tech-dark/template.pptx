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35D0BA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EAF0F8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C3D5C"/>
            </a:solidFill>
          </a:ln>
        </c:spPr>
        <c:txPr>
          <a:bodyPr/>
          <a:lstStyle/>
          <a:p>
            <a:pPr>
              <a:defRPr sz="1000">
                <a:solidFill>
                  <a:srgbClr val="93A5C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C3D5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93A5C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93A5C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feature-hero（产品亮点）：左侧产品主视觉、右侧三个亮点。页面上的文字均为示例，使用时整体替换。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6604000" y="304800"/>
            <a:ext cx="5334000" cy="533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8890000" y="2997200"/>
            <a:ext cx="3048000" cy="304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kicker"/>
          <p:cNvSpPr txBox="1"/>
          <p:nvPr/>
        </p:nvSpPr>
        <p:spPr>
          <a:xfrm>
            <a:off x="914400" y="1498600"/>
            <a:ext cx="787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5D0BA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2057400"/>
            <a:ext cx="787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AF0F8"/>
                </a:solidFill>
                <a:latin typeface="Arial"/>
                <a:ea typeface="微软雅黑"/>
              </a:rPr>
              <a:t>示例：主标题写一句核心判断或文稿名称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3886200"/>
            <a:ext cx="787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3A5C0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7" name="org"/>
          <p:cNvSpPr txBox="1"/>
          <p:nvPr/>
        </p:nvSpPr>
        <p:spPr>
          <a:xfrm>
            <a:off x="914400" y="58674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8" name="date"/>
          <p:cNvSpPr txBox="1"/>
          <p:nvPr/>
        </p:nvSpPr>
        <p:spPr>
          <a:xfrm>
            <a:off x="914400" y="6197600"/>
            <a:ext cx="660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5D0BA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EAF0F8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AF0F8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B883883E-D23E-5CF3-9D8B-D4EB0470F493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6604000" y="304800"/>
            <a:ext cx="5334000" cy="533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8890000" y="2997200"/>
            <a:ext cx="3048000" cy="304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EAF0F8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93A5C0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8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711FAC7-0B7D-56B3-96AF-14E29581D56C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核心观点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69F9CD2-C221-5A99-B8D1-C9ECDCC1B8B7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AF0F8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93A5C0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80E35CC-48D8-5E23-86B8-095D76C3C2D3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35D0BA"/>
              </a:buClr>
              <a:buFont typeface="Arial"/>
              <a:buChar char="•"/>
            </a:pPr>
            <a:r>
              <a:rPr sz="1500" b="0">
                <a:solidFill>
                  <a:srgbClr val="EAF0F8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44DDC1F9-8AD7-50A9-8A7E-4B3D3E16FA2C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3A5C0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E775DFCC-D253-5187-8C66-F0282A98B8CC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35D0B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3A5C0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93676F21-3DBD-518C-9E84-BB60520BEF19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35D0BA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AF0F8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7141E55-4CF7-5F80-9C6E-9FD832881664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EAF0F8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F5185039-E2C3-57DA-A2D3-F9F40F855598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D1524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D1524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35D0BA"/>
              </a:buClr>
              <a:buFont typeface="Arial"/>
              <a:buChar char="•"/>
            </a:pPr>
            <a:r>
              <a:rPr sz="1400" b="0">
                <a:solidFill>
                  <a:srgbClr val="EAF0F8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61B4ECD5-37ED-56D9-B4A5-590F4C783476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4C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AF0F8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EAF0F8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3800E6A-8612-533D-82B7-37426062F8C3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2C3D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35D0BA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35F0F6C8-64C2-539E-9489-75693ADB0265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4C7BD9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21C2E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EAF0F8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C3D5C"/>
                      </a:solidFill>
                    </a:lnB>
                    <a:solidFill>
                      <a:srgbClr val="1B2943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marker"/>
          <p:cNvSpPr/>
          <p:nvPr/>
        </p:nvSpPr>
        <p:spPr>
          <a:xfrm>
            <a:off x="609600" y="431800"/>
            <a:ext cx="101600" cy="1016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kicker"/>
          <p:cNvSpPr txBox="1"/>
          <p:nvPr/>
        </p:nvSpPr>
        <p:spPr>
          <a:xfrm>
            <a:off x="7874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5D0BA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AF0F8"/>
                </a:solidFill>
                <a:latin typeface="Arial"/>
                <a:ea typeface="微软雅黑"/>
              </a:rPr>
              <a:t>示例：产品亮点的总标题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09600" y="6273800"/>
            <a:ext cx="711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93A5C0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2484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defRPr sz="1000"/>
            </a:pPr>
            <a:fld id="{8C8AB690-7E43-5331-A3E4-C99FC2CD452C}" type="slidenum">
              <a:rPr lang="zh-CN" sz="1000">
                <a:solidFill>
                  <a:srgbClr val="93A5C0"/>
                </a:solidFill>
                <a:latin typeface="Arial"/>
              </a:rPr>
              <a:t>‹#›</a:t>
            </a:fld>
          </a:p>
        </p:txBody>
      </p:sp>
      <p:sp>
        <p:nvSpPr>
          <p:cNvPr id="7" name="image.box"/>
          <p:cNvSpPr/>
          <p:nvPr/>
        </p:nvSpPr>
        <p:spPr>
          <a:xfrm>
            <a:off x="609600" y="1498600"/>
            <a:ext cx="6350000" cy="4318000"/>
          </a:xfrm>
          <a:prstGeom prst="roundRect">
            <a:avLst>
              <a:gd name="adj" fmla="val 8000"/>
            </a:avLst>
          </a:prstGeom>
          <a:solidFill>
            <a:srgbClr val="1B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image.label"/>
          <p:cNvSpPr txBox="1"/>
          <p:nvPr/>
        </p:nvSpPr>
        <p:spPr>
          <a:xfrm>
            <a:off x="914400" y="3505200"/>
            <a:ext cx="5740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示例：产品界面截图或主视觉</a:t>
            </a:r>
          </a:p>
        </p:txBody>
      </p:sp>
      <p:sp>
        <p:nvSpPr>
          <p:cNvPr id="9" name="headline"/>
          <p:cNvSpPr txBox="1"/>
          <p:nvPr/>
        </p:nvSpPr>
        <p:spPr>
          <a:xfrm>
            <a:off x="7366000" y="1498600"/>
            <a:ext cx="42164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AF0F8"/>
                </a:solidFill>
                <a:latin typeface="Arial"/>
                <a:ea typeface="微软雅黑"/>
              </a:rPr>
              <a:t>示例：一句话讲清产品最打动人的价值</a:t>
            </a:r>
          </a:p>
        </p:txBody>
      </p:sp>
      <p:sp>
        <p:nvSpPr>
          <p:cNvPr id="10" name="feat1.dot"/>
          <p:cNvSpPr/>
          <p:nvPr/>
        </p:nvSpPr>
        <p:spPr>
          <a:xfrm>
            <a:off x="7366000" y="27432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feat1.title"/>
          <p:cNvSpPr txBox="1"/>
          <p:nvPr/>
        </p:nvSpPr>
        <p:spPr>
          <a:xfrm>
            <a:off x="7645400" y="26670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示例：亮点一</a:t>
            </a:r>
          </a:p>
        </p:txBody>
      </p:sp>
      <p:sp>
        <p:nvSpPr>
          <p:cNvPr id="12" name="feat1.body"/>
          <p:cNvSpPr txBox="1"/>
          <p:nvPr/>
        </p:nvSpPr>
        <p:spPr>
          <a:xfrm>
            <a:off x="7645400" y="30226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  <p:sp>
        <p:nvSpPr>
          <p:cNvPr id="13" name="feat2.dot"/>
          <p:cNvSpPr/>
          <p:nvPr/>
        </p:nvSpPr>
        <p:spPr>
          <a:xfrm>
            <a:off x="7366000" y="38100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feat2.title"/>
          <p:cNvSpPr txBox="1"/>
          <p:nvPr/>
        </p:nvSpPr>
        <p:spPr>
          <a:xfrm>
            <a:off x="7645400" y="37338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示例：亮点二</a:t>
            </a:r>
          </a:p>
        </p:txBody>
      </p:sp>
      <p:sp>
        <p:nvSpPr>
          <p:cNvPr id="15" name="feat2.body"/>
          <p:cNvSpPr txBox="1"/>
          <p:nvPr/>
        </p:nvSpPr>
        <p:spPr>
          <a:xfrm>
            <a:off x="7645400" y="40894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  <p:sp>
        <p:nvSpPr>
          <p:cNvPr id="16" name="feat3.dot"/>
          <p:cNvSpPr/>
          <p:nvPr/>
        </p:nvSpPr>
        <p:spPr>
          <a:xfrm>
            <a:off x="7366000" y="4876800"/>
            <a:ext cx="127000" cy="127000"/>
          </a:xfrm>
          <a:prstGeom prst="ellipse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feat3.title"/>
          <p:cNvSpPr txBox="1"/>
          <p:nvPr/>
        </p:nvSpPr>
        <p:spPr>
          <a:xfrm>
            <a:off x="7645400" y="4800600"/>
            <a:ext cx="3937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EAF0F8"/>
                </a:solidFill>
                <a:latin typeface="Arial"/>
                <a:ea typeface="微软雅黑"/>
              </a:rPr>
              <a:t>示例：亮点三</a:t>
            </a:r>
          </a:p>
        </p:txBody>
      </p:sp>
      <p:sp>
        <p:nvSpPr>
          <p:cNvPr id="18" name="feat3.body"/>
          <p:cNvSpPr txBox="1"/>
          <p:nvPr/>
        </p:nvSpPr>
        <p:spPr>
          <a:xfrm>
            <a:off x="7645400" y="5156200"/>
            <a:ext cx="3937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3A5C0"/>
                </a:solidFill>
                <a:latin typeface="Arial"/>
                <a:ea typeface="微软雅黑"/>
              </a:rPr>
              <a:t>示例：一句话说明它解决了什么问题。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.glow1"/>
          <p:cNvSpPr/>
          <p:nvPr/>
        </p:nvSpPr>
        <p:spPr>
          <a:xfrm>
            <a:off x="6604000" y="304800"/>
            <a:ext cx="5334000" cy="5334000"/>
          </a:xfrm>
          <a:prstGeom prst="ellipse">
            <a:avLst/>
          </a:prstGeom>
          <a:solidFill>
            <a:srgbClr val="4C7BD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deco.glow2"/>
          <p:cNvSpPr/>
          <p:nvPr/>
        </p:nvSpPr>
        <p:spPr>
          <a:xfrm>
            <a:off x="8890000" y="2997200"/>
            <a:ext cx="3048000" cy="3048000"/>
          </a:xfrm>
          <a:prstGeom prst="ellipse">
            <a:avLst/>
          </a:prstGeom>
          <a:solidFill>
            <a:srgbClr val="35D0B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AF0F8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3A5C0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3A5C0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-dark">
  <a:themeElements>
    <a:clrScheme name="tech-dark">
      <a:dk1>
        <a:srgbClr val="0D1524"/>
      </a:dk1>
      <a:lt1>
        <a:srgbClr val="FFFFFF"/>
      </a:lt1>
      <a:dk2>
        <a:srgbClr val="0D1524"/>
      </a:dk2>
      <a:lt2>
        <a:srgbClr val="F2F5FA"/>
      </a:lt2>
      <a:accent1>
        <a:srgbClr val="35D0BA"/>
      </a:accent1>
      <a:accent2>
        <a:srgbClr val="35D0BA"/>
      </a:accent2>
      <a:accent3>
        <a:srgbClr val="4C7BD9"/>
      </a:accent3>
      <a:accent4>
        <a:srgbClr val="93A5C0"/>
      </a:accent4>
      <a:accent5>
        <a:srgbClr val="93A5C0"/>
      </a:accent5>
      <a:accent6>
        <a:srgbClr val="2C3D5C"/>
      </a:accent6>
      <a:hlink>
        <a:srgbClr val="4C7BD9"/>
      </a:hlink>
      <a:folHlink>
        <a:srgbClr val="93A5C0"/>
      </a:folHlink>
    </a:clrScheme>
    <a:fontScheme name="tech-dark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深空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